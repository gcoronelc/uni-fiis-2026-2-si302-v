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D53A04-F966-FDB1-4F9C-6E12804250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ED563B-7137-544F-CCB8-CDD189D5E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1DF9EE-24E1-712F-FAFD-D71D8B8A6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2DA9B5-1906-C85F-E264-551DDDF6A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1717D08-3BDF-D0E4-02FF-4F53C37B7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20123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92FF4-6AC2-3E05-F0AA-ABFC6B221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40D964-6985-E4E9-2AB7-9E05AAC4E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026EF5-BB45-8F25-C10F-D7F20426B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48DBBB-278C-9A69-006B-EF05DD90D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7A57B7-E898-225A-096A-2E3F6F634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428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82D012-6E27-FE59-B0AE-52DB7A81F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2B59A9-D1CB-F598-0F99-AF7EFFD02D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91E68B-FBF7-E0FB-CBE5-9F8C18CC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EAC9CA-A2CF-5FAB-C13E-AC1227C60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ABCBB69-EB63-85B4-57AD-4AE48E6C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083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CB043-EEAF-B8CE-F6BB-7465A873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FF150-DD2E-72A9-1017-EA9FA1374C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C86066-71C2-72C0-9EA0-74382272A9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CC55227-5C4E-A2BE-0D98-AEBDB1A63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2264F5-46D5-8FEA-4EB5-77BBE3139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FA02987-B163-CF53-682D-E7EC351E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433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8C044-8566-621C-852D-971C64A33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0BB844B-03B6-EBCF-B226-9434410EA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DC51E55-24E7-1A61-0FE2-CA19D0662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2EDBEE6-F6EF-B21F-67A8-85B7FEE252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416FA1D-2615-8C5F-4682-2DA2BDD621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3FDCC46-5AA2-3B55-E0BE-7D7D6C9C7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C4E0F6F-692E-5617-E539-1C1FA2C26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364328-2D65-696D-85CC-E2CC2EAB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124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8EC681-E5C4-F90C-2E6A-1E55DB946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C2082E-FD99-4D64-F6A0-C769E0D66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0370A13-FF93-B63A-CAA4-23ED3C29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0AADB0C-3249-833E-7843-D71D2A8E0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656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59A01B7-A56F-F031-BD7B-C37D68F11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4FF74F6-12A9-E5F4-6AD8-19E01C2FF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4475F36-A920-D547-6B51-ABFC2DA6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1345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C3AEC-F25A-BAA4-8EF6-F9CFC8D1D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D77FED8-DAF6-C3DC-E26F-59B71E707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DFAE1A9-CB3F-52F2-300D-FB9891D56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60B024-8DE3-3613-26A8-BC95EC97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CA6CF0E-14EF-5966-A10E-3D9BAA2C3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B0161AF-1132-A603-39B2-1BB7A89F6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9177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32BA55-0460-794D-F563-A461105E3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AA7F656-10E2-017F-0C20-5090699C22F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5611C-C423-E974-41F5-F00AC7F4B6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C84B83D-350E-8DB7-CBFC-391D88270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8397F6-AA3B-28FB-A7CD-9CC3A473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F72487A-02A6-EAA7-EA95-FC76C06B0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7291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CF180D-B3DB-9A2A-2467-D13D53951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474DBFA-6E90-0BF2-6BDF-7AB582B0C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201459-A4D1-3ADF-FA7D-508A296EE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85A8E3-A222-F5CA-8CAD-6D99AD9C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92821D-19D7-45D5-2227-B04C79F89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3695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264F494-DBEA-8989-78C6-AED36F5F2C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B41D87-F5A0-B3AB-AB24-BA08BC102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FAE6BC-FD26-A401-458F-150902E13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BF96AC-5A2B-F791-CDE7-C05A7655F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CDDD6C-F67E-E018-312D-D70F2BB2D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53098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66246B2-7A2C-D70C-522D-CDD17330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E42A6B-6D44-AA46-C4BD-DA7FD6616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207EF5-A662-0C27-47CA-422B5A0D6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D60B7E-8F16-4E9D-BDC9-24CA3E9AB139}" type="datetimeFigureOut">
              <a:rPr lang="es-ES" smtClean="0"/>
              <a:t>05/10/2026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3E5605-AFF1-5972-C991-DD4593FB9E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007634F-0309-7394-929F-F582B8852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848DFD-C1CE-4EBA-9EB6-1DFC2E52460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5099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BBBF9-C7EB-EBE5-0550-76A81975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958E990E-71F9-DC0F-213F-0313A2A90AC7}"/>
              </a:ext>
            </a:extLst>
          </p:cNvPr>
          <p:cNvSpPr/>
          <p:nvPr/>
        </p:nvSpPr>
        <p:spPr>
          <a:xfrm>
            <a:off x="2941186" y="1318491"/>
            <a:ext cx="6309627" cy="42210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>
            <a:normAutofit/>
          </a:bodyPr>
          <a:lstStyle/>
          <a:p>
            <a:pPr algn="ctr"/>
            <a:r>
              <a:rPr lang="es-ES" sz="2800" b="1" dirty="0"/>
              <a:t>TRANSACCION</a:t>
            </a:r>
          </a:p>
          <a:p>
            <a:pPr algn="ctr"/>
            <a:endParaRPr lang="es-ES" sz="2800" dirty="0"/>
          </a:p>
          <a:p>
            <a:pPr algn="ctr"/>
            <a:r>
              <a:rPr lang="es-ES" sz="2800" dirty="0"/>
              <a:t>Conjunto de operaciones o instrucciones que se deben ejecutar como una sola unidad de trabajo.</a:t>
            </a:r>
          </a:p>
        </p:txBody>
      </p:sp>
    </p:spTree>
    <p:extLst>
      <p:ext uri="{BB962C8B-B14F-4D97-AF65-F5344CB8AC3E}">
        <p14:creationId xmlns:p14="http://schemas.microsoft.com/office/powerpoint/2010/main" val="587532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D93DAC6-A310-79E2-3F0E-28AD27947660}"/>
              </a:ext>
            </a:extLst>
          </p:cNvPr>
          <p:cNvSpPr txBox="1"/>
          <p:nvPr/>
        </p:nvSpPr>
        <p:spPr>
          <a:xfrm>
            <a:off x="641023" y="499621"/>
            <a:ext cx="7843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/>
              <a:t>SQL SERVER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12EA3A5-71A5-C797-9D68-EE2033A93BBD}"/>
              </a:ext>
            </a:extLst>
          </p:cNvPr>
          <p:cNvSpPr txBox="1"/>
          <p:nvPr/>
        </p:nvSpPr>
        <p:spPr>
          <a:xfrm>
            <a:off x="829558" y="2347274"/>
            <a:ext cx="52664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FF0000"/>
                </a:solidFill>
              </a:rPr>
              <a:t>Configuración por Defecto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/>
              <a:t>TX de confirmación automática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/>
              <a:t>TX explicitas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157071C-3629-160E-3654-FEEB27FCF04F}"/>
              </a:ext>
            </a:extLst>
          </p:cNvPr>
          <p:cNvSpPr txBox="1"/>
          <p:nvPr/>
        </p:nvSpPr>
        <p:spPr>
          <a:xfrm>
            <a:off x="6826576" y="2347274"/>
            <a:ext cx="46568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FF0000"/>
                </a:solidFill>
              </a:rPr>
              <a:t>Se debe Configurar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3600" dirty="0"/>
              <a:t>TX implícitas</a:t>
            </a:r>
          </a:p>
          <a:p>
            <a:r>
              <a:rPr lang="es-ES" sz="3600" dirty="0"/>
              <a:t>Si se activa, desactiva las otras 2.</a:t>
            </a:r>
          </a:p>
        </p:txBody>
      </p:sp>
    </p:spTree>
    <p:extLst>
      <p:ext uri="{BB962C8B-B14F-4D97-AF65-F5344CB8AC3E}">
        <p14:creationId xmlns:p14="http://schemas.microsoft.com/office/powerpoint/2010/main" val="133227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F4616-AAF3-6908-CE82-EB44EB40C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35298AA-A83D-D6D5-D5FE-C77C353BBE2C}"/>
              </a:ext>
            </a:extLst>
          </p:cNvPr>
          <p:cNvSpPr txBox="1"/>
          <p:nvPr/>
        </p:nvSpPr>
        <p:spPr>
          <a:xfrm>
            <a:off x="641023" y="499621"/>
            <a:ext cx="7843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/>
              <a:t>SQL SERVER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3193CD3-5B80-1C06-2F5B-61CB66AA51D0}"/>
              </a:ext>
            </a:extLst>
          </p:cNvPr>
          <p:cNvSpPr txBox="1"/>
          <p:nvPr/>
        </p:nvSpPr>
        <p:spPr>
          <a:xfrm>
            <a:off x="807562" y="1781666"/>
            <a:ext cx="105768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FF0000"/>
                </a:solidFill>
              </a:rPr>
              <a:t>TX Explicitas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7030A0"/>
                </a:solidFill>
              </a:rPr>
              <a:t>BEGIN TRAN:</a:t>
            </a:r>
            <a:r>
              <a:rPr lang="es-ES" sz="3600" dirty="0"/>
              <a:t> Inicia la TX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7030A0"/>
                </a:solidFill>
              </a:rPr>
              <a:t>COMMIT:</a:t>
            </a:r>
            <a:r>
              <a:rPr lang="es-ES" sz="3600" dirty="0"/>
              <a:t> Confirma la TX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7030A0"/>
                </a:solidFill>
              </a:rPr>
              <a:t>ROLLBACK:</a:t>
            </a:r>
            <a:r>
              <a:rPr lang="es-ES" sz="3600" dirty="0"/>
              <a:t> Cancela la TX, si aun no se ha ejecutado el COMMIT.</a:t>
            </a:r>
          </a:p>
        </p:txBody>
      </p:sp>
    </p:spTree>
    <p:extLst>
      <p:ext uri="{BB962C8B-B14F-4D97-AF65-F5344CB8AC3E}">
        <p14:creationId xmlns:p14="http://schemas.microsoft.com/office/powerpoint/2010/main" val="3893345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BD3C9-6C25-4FE9-5D4C-EB9EF88B3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EEFF3A7-8429-E666-DF8C-F83DC1DB9DFE}"/>
              </a:ext>
            </a:extLst>
          </p:cNvPr>
          <p:cNvSpPr txBox="1"/>
          <p:nvPr/>
        </p:nvSpPr>
        <p:spPr>
          <a:xfrm>
            <a:off x="641023" y="499621"/>
            <a:ext cx="7843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/>
              <a:t>SQL SERVER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B16AEAB-3311-F3D1-4B0E-E7EDBC75379D}"/>
              </a:ext>
            </a:extLst>
          </p:cNvPr>
          <p:cNvSpPr txBox="1"/>
          <p:nvPr/>
        </p:nvSpPr>
        <p:spPr>
          <a:xfrm>
            <a:off x="807562" y="1781666"/>
            <a:ext cx="1057687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FF0000"/>
                </a:solidFill>
              </a:rPr>
              <a:t>TX Implícitas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7030A0"/>
                </a:solidFill>
              </a:rPr>
              <a:t>BEGIN TRAN: </a:t>
            </a:r>
            <a:r>
              <a:rPr lang="es-E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El inicio de la TX es de manera automática con la </a:t>
            </a:r>
            <a:r>
              <a:rPr lang="es-ES" sz="3600" b="1" dirty="0">
                <a:solidFill>
                  <a:srgbClr val="FF0000"/>
                </a:solidFill>
              </a:rPr>
              <a:t>primera</a:t>
            </a:r>
            <a:r>
              <a:rPr lang="es-ES" sz="3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sentencia INSERT, UPDATE, DELETE o SELECT.</a:t>
            </a:r>
            <a:endParaRPr lang="es-E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7030A0"/>
                </a:solidFill>
              </a:rPr>
              <a:t>COMMIT:</a:t>
            </a:r>
            <a:r>
              <a:rPr lang="es-ES" sz="3600" dirty="0"/>
              <a:t> Confirma la TX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3600" b="1" dirty="0">
                <a:solidFill>
                  <a:srgbClr val="7030A0"/>
                </a:solidFill>
              </a:rPr>
              <a:t>ROLLBACK:</a:t>
            </a:r>
            <a:r>
              <a:rPr lang="es-ES" sz="3600" dirty="0"/>
              <a:t> Cancela la TX, si aun no se ha ejecutado el COMMIT.</a:t>
            </a:r>
          </a:p>
        </p:txBody>
      </p:sp>
    </p:spTree>
    <p:extLst>
      <p:ext uri="{BB962C8B-B14F-4D97-AF65-F5344CB8AC3E}">
        <p14:creationId xmlns:p14="http://schemas.microsoft.com/office/powerpoint/2010/main" val="298658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C90F3-BC51-5B45-CF4E-3D31BD9B2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D49EE57-1DFC-41A4-3F74-81BA52CDF821}"/>
              </a:ext>
            </a:extLst>
          </p:cNvPr>
          <p:cNvSpPr txBox="1"/>
          <p:nvPr/>
        </p:nvSpPr>
        <p:spPr>
          <a:xfrm>
            <a:off x="641023" y="499621"/>
            <a:ext cx="78431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000" b="1" dirty="0">
                <a:solidFill>
                  <a:srgbClr val="FF0000"/>
                </a:solidFill>
              </a:rPr>
              <a:t>EN JDBC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C9CD831-6E52-F85C-82A4-CDE61FC26DF4}"/>
              </a:ext>
            </a:extLst>
          </p:cNvPr>
          <p:cNvSpPr txBox="1"/>
          <p:nvPr/>
        </p:nvSpPr>
        <p:spPr>
          <a:xfrm>
            <a:off x="641023" y="1470581"/>
            <a:ext cx="105768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La TX la gestiona el objeto CONNECTION: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s-ES" sz="3200" b="1" dirty="0" err="1">
                <a:solidFill>
                  <a:srgbClr val="7030A0"/>
                </a:solidFill>
              </a:rPr>
              <a:t>setAutommit</a:t>
            </a:r>
            <a:r>
              <a:rPr lang="es-ES" sz="3200" b="1" dirty="0">
                <a:solidFill>
                  <a:srgbClr val="7030A0"/>
                </a:solidFill>
              </a:rPr>
              <a:t>(false):</a:t>
            </a:r>
            <a:r>
              <a:rPr lang="es-E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Se inicia la TX.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s-ES" sz="3200" b="1" dirty="0" err="1">
                <a:solidFill>
                  <a:srgbClr val="7030A0"/>
                </a:solidFill>
              </a:rPr>
              <a:t>commit</a:t>
            </a:r>
            <a:r>
              <a:rPr lang="es-ES" sz="3200" b="1" dirty="0">
                <a:solidFill>
                  <a:srgbClr val="7030A0"/>
                </a:solidFill>
              </a:rPr>
              <a:t>():</a:t>
            </a:r>
            <a:r>
              <a:rPr lang="es-E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Confirma la TX.</a:t>
            </a:r>
          </a:p>
          <a:p>
            <a:pPr marL="914400" lvl="1" indent="-457200">
              <a:buFont typeface="Wingdings" panose="05000000000000000000" pitchFamily="2" charset="2"/>
              <a:buChar char="§"/>
            </a:pPr>
            <a:r>
              <a:rPr lang="es-ES" sz="3200" b="1" dirty="0" err="1">
                <a:solidFill>
                  <a:srgbClr val="7030A0"/>
                </a:solidFill>
              </a:rPr>
              <a:t>rollback</a:t>
            </a:r>
            <a:r>
              <a:rPr lang="es-ES" sz="3200" b="1" dirty="0">
                <a:solidFill>
                  <a:srgbClr val="7030A0"/>
                </a:solidFill>
              </a:rPr>
              <a:t>():</a:t>
            </a:r>
            <a:r>
              <a:rPr lang="es-ES" sz="3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Cancela la TX.</a:t>
            </a:r>
          </a:p>
          <a:p>
            <a:endParaRPr lang="es-ES" sz="3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295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C4ECE-D2C1-E825-4F81-EACE0A514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F283B2F-7469-20AF-DC06-28769C732F85}"/>
              </a:ext>
            </a:extLst>
          </p:cNvPr>
          <p:cNvSpPr/>
          <p:nvPr/>
        </p:nvSpPr>
        <p:spPr>
          <a:xfrm>
            <a:off x="3883891" y="1026254"/>
            <a:ext cx="4424218" cy="27821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>
            <a:normAutofit/>
          </a:bodyPr>
          <a:lstStyle/>
          <a:p>
            <a:pPr algn="ctr"/>
            <a:r>
              <a:rPr lang="es-ES" sz="4000" b="1" dirty="0"/>
              <a:t>TRANSACCION</a:t>
            </a:r>
          </a:p>
        </p:txBody>
      </p:sp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8A93260F-09B6-5900-2916-44789A3D6692}"/>
              </a:ext>
            </a:extLst>
          </p:cNvPr>
          <p:cNvSpPr/>
          <p:nvPr/>
        </p:nvSpPr>
        <p:spPr>
          <a:xfrm>
            <a:off x="2762054" y="1772233"/>
            <a:ext cx="1055802" cy="11029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29E6D08B-D56C-146F-D81F-668FE3552367}"/>
              </a:ext>
            </a:extLst>
          </p:cNvPr>
          <p:cNvSpPr/>
          <p:nvPr/>
        </p:nvSpPr>
        <p:spPr>
          <a:xfrm>
            <a:off x="8374144" y="1772233"/>
            <a:ext cx="1055802" cy="11029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812B8A1-DDD4-11C6-09EF-7EDA10A0C6C1}"/>
              </a:ext>
            </a:extLst>
          </p:cNvPr>
          <p:cNvSpPr txBox="1"/>
          <p:nvPr/>
        </p:nvSpPr>
        <p:spPr>
          <a:xfrm>
            <a:off x="1918553" y="2139035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input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2E3520A-9743-1F9B-9938-04B764449EF1}"/>
              </a:ext>
            </a:extLst>
          </p:cNvPr>
          <p:cNvSpPr txBox="1"/>
          <p:nvPr/>
        </p:nvSpPr>
        <p:spPr>
          <a:xfrm>
            <a:off x="9495981" y="2092868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output</a:t>
            </a:r>
          </a:p>
        </p:txBody>
      </p:sp>
      <p:sp>
        <p:nvSpPr>
          <p:cNvPr id="8" name="Cilindro 7">
            <a:extLst>
              <a:ext uri="{FF2B5EF4-FFF2-40B4-BE49-F238E27FC236}">
                <a16:creationId xmlns:a16="http://schemas.microsoft.com/office/drawing/2014/main" id="{782BCA9B-5AB5-50BF-E6D4-57EDA77F1EBE}"/>
              </a:ext>
            </a:extLst>
          </p:cNvPr>
          <p:cNvSpPr/>
          <p:nvPr/>
        </p:nvSpPr>
        <p:spPr>
          <a:xfrm>
            <a:off x="4328474" y="4949071"/>
            <a:ext cx="3535051" cy="1366887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4800" b="1" dirty="0"/>
              <a:t>BD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C9D5ADBE-B467-D5D7-0521-FC997F709DDF}"/>
              </a:ext>
            </a:extLst>
          </p:cNvPr>
          <p:cNvCxnSpPr>
            <a:endCxn id="8" idx="1"/>
          </p:cNvCxnSpPr>
          <p:nvPr/>
        </p:nvCxnSpPr>
        <p:spPr>
          <a:xfrm>
            <a:off x="6095999" y="3874416"/>
            <a:ext cx="1" cy="1074655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18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34D91-8287-19F4-68B2-B680281DD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FA11017-7E31-3101-308C-7AD01DAB46D1}"/>
              </a:ext>
            </a:extLst>
          </p:cNvPr>
          <p:cNvSpPr/>
          <p:nvPr/>
        </p:nvSpPr>
        <p:spPr>
          <a:xfrm>
            <a:off x="3883891" y="1026254"/>
            <a:ext cx="4424218" cy="27821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>
            <a:normAutofit/>
          </a:bodyPr>
          <a:lstStyle/>
          <a:p>
            <a:pPr algn="ctr"/>
            <a:r>
              <a:rPr lang="es-ES" sz="4000" b="1" dirty="0"/>
              <a:t>MATRICULAR</a:t>
            </a:r>
          </a:p>
        </p:txBody>
      </p:sp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A30FB61B-6393-EA00-E8FA-E88C13BC4C61}"/>
              </a:ext>
            </a:extLst>
          </p:cNvPr>
          <p:cNvSpPr/>
          <p:nvPr/>
        </p:nvSpPr>
        <p:spPr>
          <a:xfrm>
            <a:off x="2762054" y="1772233"/>
            <a:ext cx="1055802" cy="11029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4063CE4E-C000-C604-A506-BD8FB818B29B}"/>
              </a:ext>
            </a:extLst>
          </p:cNvPr>
          <p:cNvSpPr/>
          <p:nvPr/>
        </p:nvSpPr>
        <p:spPr>
          <a:xfrm>
            <a:off x="8374144" y="1772233"/>
            <a:ext cx="1055802" cy="1102936"/>
          </a:xfrm>
          <a:prstGeom prst="rightArrow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0427E18-1647-41E9-1669-2B9BC8C48F0B}"/>
              </a:ext>
            </a:extLst>
          </p:cNvPr>
          <p:cNvSpPr txBox="1"/>
          <p:nvPr/>
        </p:nvSpPr>
        <p:spPr>
          <a:xfrm>
            <a:off x="1918553" y="2139035"/>
            <a:ext cx="843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input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70E453F-071A-FD14-2E2A-2DBEB1E2221C}"/>
              </a:ext>
            </a:extLst>
          </p:cNvPr>
          <p:cNvSpPr txBox="1"/>
          <p:nvPr/>
        </p:nvSpPr>
        <p:spPr>
          <a:xfrm>
            <a:off x="9495981" y="2092868"/>
            <a:ext cx="10374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dirty="0"/>
              <a:t>output</a:t>
            </a:r>
          </a:p>
        </p:txBody>
      </p:sp>
      <p:sp>
        <p:nvSpPr>
          <p:cNvPr id="8" name="Cilindro 7">
            <a:extLst>
              <a:ext uri="{FF2B5EF4-FFF2-40B4-BE49-F238E27FC236}">
                <a16:creationId xmlns:a16="http://schemas.microsoft.com/office/drawing/2014/main" id="{B89A4064-933D-1DEA-BBD7-DACEBD84F938}"/>
              </a:ext>
            </a:extLst>
          </p:cNvPr>
          <p:cNvSpPr/>
          <p:nvPr/>
        </p:nvSpPr>
        <p:spPr>
          <a:xfrm>
            <a:off x="4328474" y="4637988"/>
            <a:ext cx="3535051" cy="1772239"/>
          </a:xfrm>
          <a:prstGeom prst="can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ES" sz="4800" b="1" dirty="0"/>
              <a:t>BD</a:t>
            </a:r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51257873-13C3-1387-3E8A-2F8A14E3EE78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6095999" y="3874416"/>
            <a:ext cx="1" cy="763572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3" name="Cubo 2">
            <a:extLst>
              <a:ext uri="{FF2B5EF4-FFF2-40B4-BE49-F238E27FC236}">
                <a16:creationId xmlns:a16="http://schemas.microsoft.com/office/drawing/2014/main" id="{1959FB4D-F325-3B01-D798-3ABEC3FA74E6}"/>
              </a:ext>
            </a:extLst>
          </p:cNvPr>
          <p:cNvSpPr/>
          <p:nvPr/>
        </p:nvSpPr>
        <p:spPr>
          <a:xfrm>
            <a:off x="1498863" y="2759697"/>
            <a:ext cx="1055802" cy="66930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DTO</a:t>
            </a:r>
          </a:p>
        </p:txBody>
      </p:sp>
      <p:sp>
        <p:nvSpPr>
          <p:cNvPr id="11" name="Cubo 10">
            <a:extLst>
              <a:ext uri="{FF2B5EF4-FFF2-40B4-BE49-F238E27FC236}">
                <a16:creationId xmlns:a16="http://schemas.microsoft.com/office/drawing/2014/main" id="{BA482AE1-62EA-3C8A-BED9-53E2EA19D7FD}"/>
              </a:ext>
            </a:extLst>
          </p:cNvPr>
          <p:cNvSpPr/>
          <p:nvPr/>
        </p:nvSpPr>
        <p:spPr>
          <a:xfrm>
            <a:off x="9495981" y="2759696"/>
            <a:ext cx="1439112" cy="669303"/>
          </a:xfrm>
          <a:prstGeom prst="cub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/>
              <a:t>DTO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7B9C020-98BC-0A0C-A4BA-4BACE23AD2AC}"/>
              </a:ext>
            </a:extLst>
          </p:cNvPr>
          <p:cNvSpPr txBox="1"/>
          <p:nvPr/>
        </p:nvSpPr>
        <p:spPr>
          <a:xfrm>
            <a:off x="8917757" y="3808423"/>
            <a:ext cx="29694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estado: 1 o -1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mensaje: según el estado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8CAABC1-875C-0C99-39C8-BDDB5D27A68D}"/>
              </a:ext>
            </a:extLst>
          </p:cNvPr>
          <p:cNvSpPr txBox="1"/>
          <p:nvPr/>
        </p:nvSpPr>
        <p:spPr>
          <a:xfrm>
            <a:off x="848414" y="3587997"/>
            <a:ext cx="22624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 err="1"/>
              <a:t>idCurso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 err="1"/>
              <a:t>idAlumno</a:t>
            </a:r>
            <a:endParaRPr lang="es-E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tipo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/>
              <a:t>cuotas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s-ES" dirty="0" err="1"/>
              <a:t>idEmpleado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227528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177</Words>
  <Application>Microsoft Office PowerPoint</Application>
  <PresentationFormat>Panorámica</PresentationFormat>
  <Paragraphs>42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Coronel</dc:creator>
  <cp:lastModifiedBy>Gustavo Coronel</cp:lastModifiedBy>
  <cp:revision>6</cp:revision>
  <dcterms:created xsi:type="dcterms:W3CDTF">2026-10-05T13:14:00Z</dcterms:created>
  <dcterms:modified xsi:type="dcterms:W3CDTF">2026-10-05T15:02:39Z</dcterms:modified>
</cp:coreProperties>
</file>